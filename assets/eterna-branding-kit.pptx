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8" r:id="rId5"/>
    <p:sldId id="344" r:id="rId6"/>
    <p:sldId id="345" r:id="rId7"/>
    <p:sldId id="346" r:id="rId8"/>
    <p:sldId id="307" r:id="rId9"/>
  </p:sldIdLst>
  <p:sldSz cx="12192000" cy="6858000"/>
  <p:notesSz cx="6858000" cy="9144000"/>
  <p:embeddedFontLst>
    <p:embeddedFont>
      <p:font typeface="Avenir Next LT Pro" panose="020B0504020202020204" pitchFamily="34" charset="0"/>
      <p:regular r:id="rId12"/>
      <p:bold r:id="rId13"/>
      <p:italic r:id="rId14"/>
      <p:boldItalic r:id="rId15"/>
    </p:embeddedFon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Gilroy" panose="00000800000000000000" pitchFamily="2" charset="0"/>
      <p:bold r:id="rId20"/>
      <p:boldItalic r:id="rId21"/>
    </p:embeddedFont>
    <p:embeddedFont>
      <p:font typeface="Kiona" panose="00000500000000000000" pitchFamily="2" charset="0"/>
      <p:regular r:id="rId22"/>
      <p:italic r:id="rId23"/>
    </p:embeddedFont>
    <p:embeddedFont>
      <p:font typeface="Source Sans Pro" panose="020B0503030403020204" pitchFamily="34" charset="0"/>
      <p:regular r:id="rId24"/>
      <p:bold r:id="rId25"/>
      <p:italic r:id="rId26"/>
      <p:boldItalic r:id="rId27"/>
    </p:embeddedFont>
    <p:embeddedFont>
      <p:font typeface="Source Sans Pro Black" panose="020B0803030403020204" pitchFamily="34" charset="0"/>
      <p:bold r:id="rId28"/>
      <p:boldItalic r:id="rId29"/>
    </p:embeddedFont>
    <p:embeddedFont>
      <p:font typeface="Speak Pro" panose="020B0504020101020102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7066"/>
    <a:srgbClr val="60584F"/>
    <a:srgbClr val="8DB6DF"/>
    <a:srgbClr val="9BA892"/>
    <a:srgbClr val="F5F3EF"/>
    <a:srgbClr val="AFD3C5"/>
    <a:srgbClr val="5F5F5F"/>
    <a:srgbClr val="71837D"/>
    <a:srgbClr val="6FB0E3"/>
    <a:srgbClr val="1D3C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5C22B3-12AE-4D60-83CC-E153C54827D0}" v="35" dt="2025-08-13T21:55:40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249" autoAdjust="0"/>
  </p:normalViewPr>
  <p:slideViewPr>
    <p:cSldViewPr snapToGrid="0">
      <p:cViewPr varScale="1">
        <p:scale>
          <a:sx n="159" d="100"/>
          <a:sy n="159" d="100"/>
        </p:scale>
        <p:origin x="384" y="162"/>
      </p:cViewPr>
      <p:guideLst/>
    </p:cSldViewPr>
  </p:slideViewPr>
  <p:outlineViewPr>
    <p:cViewPr>
      <p:scale>
        <a:sx n="33" d="100"/>
        <a:sy n="33" d="100"/>
      </p:scale>
      <p:origin x="0" y="-3354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259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9" Type="http://schemas.microsoft.com/office/2015/10/relationships/revisionInfo" Target="revisionInfo.xml"/><Relationship Id="rId21" Type="http://schemas.openxmlformats.org/officeDocument/2006/relationships/font" Target="fonts/font10.fntdata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Chi" userId="4688b339-e273-4ee1-9292-ea150c52cd85" providerId="ADAL" clId="{125C22B3-12AE-4D60-83CC-E153C54827D0}"/>
    <pc:docChg chg="undo custSel addSld delSld modSld">
      <pc:chgData name="Michael Chi" userId="4688b339-e273-4ee1-9292-ea150c52cd85" providerId="ADAL" clId="{125C22B3-12AE-4D60-83CC-E153C54827D0}" dt="2025-08-13T21:56:01.344" v="996" actId="1076"/>
      <pc:docMkLst>
        <pc:docMk/>
      </pc:docMkLst>
      <pc:sldChg chg="modSp mod">
        <pc:chgData name="Michael Chi" userId="4688b339-e273-4ee1-9292-ea150c52cd85" providerId="ADAL" clId="{125C22B3-12AE-4D60-83CC-E153C54827D0}" dt="2025-08-12T22:49:44.367" v="11" actId="20577"/>
        <pc:sldMkLst>
          <pc:docMk/>
          <pc:sldMk cId="3013068127" sldId="258"/>
        </pc:sldMkLst>
        <pc:spChg chg="mod">
          <ac:chgData name="Michael Chi" userId="4688b339-e273-4ee1-9292-ea150c52cd85" providerId="ADAL" clId="{125C22B3-12AE-4D60-83CC-E153C54827D0}" dt="2025-08-12T22:49:44.367" v="11" actId="20577"/>
          <ac:spMkLst>
            <pc:docMk/>
            <pc:sldMk cId="3013068127" sldId="258"/>
            <ac:spMk id="2" creationId="{379FA173-4917-43E5-B91C-3914C1A8D225}"/>
          </ac:spMkLst>
        </pc:spChg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1506052726" sldId="317"/>
        </pc:sldMkLst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2679819120" sldId="324"/>
        </pc:sldMkLst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3586147566" sldId="336"/>
        </pc:sldMkLst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3760271950" sldId="337"/>
        </pc:sldMkLst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1489491354" sldId="338"/>
        </pc:sldMkLst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1640349086" sldId="341"/>
        </pc:sldMkLst>
      </pc:sldChg>
      <pc:sldChg chg="addSp delSp modSp mod">
        <pc:chgData name="Michael Chi" userId="4688b339-e273-4ee1-9292-ea150c52cd85" providerId="ADAL" clId="{125C22B3-12AE-4D60-83CC-E153C54827D0}" dt="2025-08-13T21:53:09.535" v="873" actId="1076"/>
        <pc:sldMkLst>
          <pc:docMk/>
          <pc:sldMk cId="2965783616" sldId="344"/>
        </pc:sldMkLst>
        <pc:spChg chg="mod">
          <ac:chgData name="Michael Chi" userId="4688b339-e273-4ee1-9292-ea150c52cd85" providerId="ADAL" clId="{125C22B3-12AE-4D60-83CC-E153C54827D0}" dt="2025-08-12T22:50:20.662" v="46" actId="27636"/>
          <ac:spMkLst>
            <pc:docMk/>
            <pc:sldMk cId="2965783616" sldId="344"/>
            <ac:spMk id="2" creationId="{8A311A0C-ABB4-576B-31C1-F1938EEA8173}"/>
          </ac:spMkLst>
        </pc:spChg>
        <pc:spChg chg="add mod">
          <ac:chgData name="Michael Chi" userId="4688b339-e273-4ee1-9292-ea150c52cd85" providerId="ADAL" clId="{125C22B3-12AE-4D60-83CC-E153C54827D0}" dt="2025-08-13T21:53:09.535" v="873" actId="1076"/>
          <ac:spMkLst>
            <pc:docMk/>
            <pc:sldMk cId="2965783616" sldId="344"/>
            <ac:spMk id="3" creationId="{93949C7E-5CA3-2ACD-7137-3125293C4311}"/>
          </ac:spMkLst>
        </pc:spChg>
        <pc:spChg chg="add mod ord">
          <ac:chgData name="Michael Chi" userId="4688b339-e273-4ee1-9292-ea150c52cd85" providerId="ADAL" clId="{125C22B3-12AE-4D60-83CC-E153C54827D0}" dt="2025-08-13T21:52:57.433" v="871" actId="167"/>
          <ac:spMkLst>
            <pc:docMk/>
            <pc:sldMk cId="2965783616" sldId="344"/>
            <ac:spMk id="4" creationId="{8C34A4F7-2590-D347-46A7-041343ABBC15}"/>
          </ac:spMkLst>
        </pc:spChg>
        <pc:spChg chg="add del mod">
          <ac:chgData name="Michael Chi" userId="4688b339-e273-4ee1-9292-ea150c52cd85" providerId="ADAL" clId="{125C22B3-12AE-4D60-83CC-E153C54827D0}" dt="2025-08-12T22:51:12.031" v="63" actId="478"/>
          <ac:spMkLst>
            <pc:docMk/>
            <pc:sldMk cId="2965783616" sldId="344"/>
            <ac:spMk id="7" creationId="{CC191DEA-D423-7C83-532B-CD7CC643CB0D}"/>
          </ac:spMkLst>
        </pc:spChg>
        <pc:spChg chg="add del mod">
          <ac:chgData name="Michael Chi" userId="4688b339-e273-4ee1-9292-ea150c52cd85" providerId="ADAL" clId="{125C22B3-12AE-4D60-83CC-E153C54827D0}" dt="2025-08-12T22:52:45.925" v="73" actId="478"/>
          <ac:spMkLst>
            <pc:docMk/>
            <pc:sldMk cId="2965783616" sldId="344"/>
            <ac:spMk id="10" creationId="{B4EEA92E-899E-391D-E481-704545722304}"/>
          </ac:spMkLst>
        </pc:spChg>
        <pc:spChg chg="del mod">
          <ac:chgData name="Michael Chi" userId="4688b339-e273-4ee1-9292-ea150c52cd85" providerId="ADAL" clId="{125C22B3-12AE-4D60-83CC-E153C54827D0}" dt="2025-08-12T22:50:10.222" v="20" actId="478"/>
          <ac:spMkLst>
            <pc:docMk/>
            <pc:sldMk cId="2965783616" sldId="344"/>
            <ac:spMk id="13" creationId="{F9AECB0A-CA36-2637-A884-BAC02C100FC5}"/>
          </ac:spMkLst>
        </pc:spChg>
        <pc:spChg chg="del">
          <ac:chgData name="Michael Chi" userId="4688b339-e273-4ee1-9292-ea150c52cd85" providerId="ADAL" clId="{125C22B3-12AE-4D60-83CC-E153C54827D0}" dt="2025-08-12T22:50:23.686" v="47" actId="478"/>
          <ac:spMkLst>
            <pc:docMk/>
            <pc:sldMk cId="2965783616" sldId="344"/>
            <ac:spMk id="15" creationId="{06EE7F4F-EB57-1304-6EC3-706A1BB54634}"/>
          </ac:spMkLst>
        </pc:spChg>
        <pc:spChg chg="del mod">
          <ac:chgData name="Michael Chi" userId="4688b339-e273-4ee1-9292-ea150c52cd85" providerId="ADAL" clId="{125C22B3-12AE-4D60-83CC-E153C54827D0}" dt="2025-08-12T22:51:14.348" v="64" actId="478"/>
          <ac:spMkLst>
            <pc:docMk/>
            <pc:sldMk cId="2965783616" sldId="344"/>
            <ac:spMk id="16" creationId="{37DCCDF9-1483-F626-705B-6C37448B39CB}"/>
          </ac:spMkLst>
        </pc:spChg>
        <pc:spChg chg="del">
          <ac:chgData name="Michael Chi" userId="4688b339-e273-4ee1-9292-ea150c52cd85" providerId="ADAL" clId="{125C22B3-12AE-4D60-83CC-E153C54827D0}" dt="2025-08-12T22:50:43.326" v="60" actId="478"/>
          <ac:spMkLst>
            <pc:docMk/>
            <pc:sldMk cId="2965783616" sldId="344"/>
            <ac:spMk id="17" creationId="{5665CA85-3336-BC6F-E17F-BBB0FF33CB22}"/>
          </ac:spMkLst>
        </pc:spChg>
        <pc:spChg chg="add del">
          <ac:chgData name="Michael Chi" userId="4688b339-e273-4ee1-9292-ea150c52cd85" providerId="ADAL" clId="{125C22B3-12AE-4D60-83CC-E153C54827D0}" dt="2025-08-12T22:52:24.389" v="67" actId="478"/>
          <ac:spMkLst>
            <pc:docMk/>
            <pc:sldMk cId="2965783616" sldId="344"/>
            <ac:spMk id="18" creationId="{8A8B28CA-20F6-C57D-24B3-A5CAC14E64EA}"/>
          </ac:spMkLst>
        </pc:spChg>
        <pc:spChg chg="add mod">
          <ac:chgData name="Michael Chi" userId="4688b339-e273-4ee1-9292-ea150c52cd85" providerId="ADAL" clId="{125C22B3-12AE-4D60-83CC-E153C54827D0}" dt="2025-08-12T22:52:57.455" v="77" actId="207"/>
          <ac:spMkLst>
            <pc:docMk/>
            <pc:sldMk cId="2965783616" sldId="344"/>
            <ac:spMk id="20" creationId="{0FC23F6D-A85E-51D8-6DC0-F7D2174A564A}"/>
          </ac:spMkLst>
        </pc:spChg>
        <pc:spChg chg="add del mod">
          <ac:chgData name="Michael Chi" userId="4688b339-e273-4ee1-9292-ea150c52cd85" providerId="ADAL" clId="{125C22B3-12AE-4D60-83CC-E153C54827D0}" dt="2025-08-12T22:53:28.923" v="87" actId="478"/>
          <ac:spMkLst>
            <pc:docMk/>
            <pc:sldMk cId="2965783616" sldId="344"/>
            <ac:spMk id="21" creationId="{11EADE6A-55A7-9923-4763-BD011845727D}"/>
          </ac:spMkLst>
        </pc:spChg>
        <pc:spChg chg="add del">
          <ac:chgData name="Michael Chi" userId="4688b339-e273-4ee1-9292-ea150c52cd85" providerId="ADAL" clId="{125C22B3-12AE-4D60-83CC-E153C54827D0}" dt="2025-08-12T22:53:34.774" v="89" actId="11529"/>
          <ac:spMkLst>
            <pc:docMk/>
            <pc:sldMk cId="2965783616" sldId="344"/>
            <ac:spMk id="22" creationId="{B37F14C3-FAFD-37BD-F744-AEF50B18C25E}"/>
          </ac:spMkLst>
        </pc:spChg>
        <pc:spChg chg="add mod">
          <ac:chgData name="Michael Chi" userId="4688b339-e273-4ee1-9292-ea150c52cd85" providerId="ADAL" clId="{125C22B3-12AE-4D60-83CC-E153C54827D0}" dt="2025-08-12T23:03:23.070" v="357" actId="1038"/>
          <ac:spMkLst>
            <pc:docMk/>
            <pc:sldMk cId="2965783616" sldId="344"/>
            <ac:spMk id="23" creationId="{35B8B85B-F52A-2950-3DD1-B6ED464FC4CE}"/>
          </ac:spMkLst>
        </pc:spChg>
        <pc:spChg chg="add mod">
          <ac:chgData name="Michael Chi" userId="4688b339-e273-4ee1-9292-ea150c52cd85" providerId="ADAL" clId="{125C22B3-12AE-4D60-83CC-E153C54827D0}" dt="2025-08-12T23:03:23.070" v="357" actId="1038"/>
          <ac:spMkLst>
            <pc:docMk/>
            <pc:sldMk cId="2965783616" sldId="344"/>
            <ac:spMk id="24" creationId="{DC26D170-DAF6-536A-FB6A-819F7763388D}"/>
          </ac:spMkLst>
        </pc:spChg>
        <pc:spChg chg="add mod">
          <ac:chgData name="Michael Chi" userId="4688b339-e273-4ee1-9292-ea150c52cd85" providerId="ADAL" clId="{125C22B3-12AE-4D60-83CC-E153C54827D0}" dt="2025-08-12T23:03:23.070" v="357" actId="1038"/>
          <ac:spMkLst>
            <pc:docMk/>
            <pc:sldMk cId="2965783616" sldId="344"/>
            <ac:spMk id="25" creationId="{003F2166-96FD-239A-F08F-2358308E683F}"/>
          </ac:spMkLst>
        </pc:spChg>
        <pc:spChg chg="add mod">
          <ac:chgData name="Michael Chi" userId="4688b339-e273-4ee1-9292-ea150c52cd85" providerId="ADAL" clId="{125C22B3-12AE-4D60-83CC-E153C54827D0}" dt="2025-08-12T23:03:23.070" v="357" actId="1038"/>
          <ac:spMkLst>
            <pc:docMk/>
            <pc:sldMk cId="2965783616" sldId="344"/>
            <ac:spMk id="27" creationId="{39DFC780-8D2A-96C5-9958-22B74AF4FB8B}"/>
          </ac:spMkLst>
        </pc:spChg>
        <pc:spChg chg="add mod">
          <ac:chgData name="Michael Chi" userId="4688b339-e273-4ee1-9292-ea150c52cd85" providerId="ADAL" clId="{125C22B3-12AE-4D60-83CC-E153C54827D0}" dt="2025-08-12T23:03:23.070" v="357" actId="1038"/>
          <ac:spMkLst>
            <pc:docMk/>
            <pc:sldMk cId="2965783616" sldId="344"/>
            <ac:spMk id="34" creationId="{00ADCA5C-996E-6775-D292-4D5DCECEBEDA}"/>
          </ac:spMkLst>
        </pc:spChg>
        <pc:spChg chg="add mod">
          <ac:chgData name="Michael Chi" userId="4688b339-e273-4ee1-9292-ea150c52cd85" providerId="ADAL" clId="{125C22B3-12AE-4D60-83CC-E153C54827D0}" dt="2025-08-12T23:00:16.500" v="200" actId="1076"/>
          <ac:spMkLst>
            <pc:docMk/>
            <pc:sldMk cId="2965783616" sldId="344"/>
            <ac:spMk id="35" creationId="{EE380AFB-1D88-9FD6-D0B8-6D1BCA233793}"/>
          </ac:spMkLst>
        </pc:spChg>
        <pc:spChg chg="add mod">
          <ac:chgData name="Michael Chi" userId="4688b339-e273-4ee1-9292-ea150c52cd85" providerId="ADAL" clId="{125C22B3-12AE-4D60-83CC-E153C54827D0}" dt="2025-08-12T23:01:52.111" v="288" actId="404"/>
          <ac:spMkLst>
            <pc:docMk/>
            <pc:sldMk cId="2965783616" sldId="344"/>
            <ac:spMk id="36" creationId="{6A54AE23-6FD6-3320-CECB-14FB8BA500D9}"/>
          </ac:spMkLst>
        </pc:spChg>
        <pc:spChg chg="add mod">
          <ac:chgData name="Michael Chi" userId="4688b339-e273-4ee1-9292-ea150c52cd85" providerId="ADAL" clId="{125C22B3-12AE-4D60-83CC-E153C54827D0}" dt="2025-08-12T23:03:23.070" v="357" actId="1038"/>
          <ac:spMkLst>
            <pc:docMk/>
            <pc:sldMk cId="2965783616" sldId="344"/>
            <ac:spMk id="40" creationId="{6F81AF76-E906-CB67-E2ED-5E76AF32A220}"/>
          </ac:spMkLst>
        </pc:spChg>
        <pc:spChg chg="add mod">
          <ac:chgData name="Michael Chi" userId="4688b339-e273-4ee1-9292-ea150c52cd85" providerId="ADAL" clId="{125C22B3-12AE-4D60-83CC-E153C54827D0}" dt="2025-08-12T23:03:23.070" v="357" actId="1038"/>
          <ac:spMkLst>
            <pc:docMk/>
            <pc:sldMk cId="2965783616" sldId="344"/>
            <ac:spMk id="41" creationId="{A2F81A3B-35DA-C7F4-13B1-9C0740A86D0D}"/>
          </ac:spMkLst>
        </pc:spChg>
        <pc:spChg chg="add mod">
          <ac:chgData name="Michael Chi" userId="4688b339-e273-4ee1-9292-ea150c52cd85" providerId="ADAL" clId="{125C22B3-12AE-4D60-83CC-E153C54827D0}" dt="2025-08-12T23:03:23.070" v="357" actId="1038"/>
          <ac:spMkLst>
            <pc:docMk/>
            <pc:sldMk cId="2965783616" sldId="344"/>
            <ac:spMk id="42" creationId="{461A4D14-613E-2AE2-F912-7B970926323B}"/>
          </ac:spMkLst>
        </pc:spChg>
        <pc:spChg chg="add mod">
          <ac:chgData name="Michael Chi" userId="4688b339-e273-4ee1-9292-ea150c52cd85" providerId="ADAL" clId="{125C22B3-12AE-4D60-83CC-E153C54827D0}" dt="2025-08-12T23:01:56.789" v="289" actId="1076"/>
          <ac:spMkLst>
            <pc:docMk/>
            <pc:sldMk cId="2965783616" sldId="344"/>
            <ac:spMk id="43" creationId="{E9BB214C-98D3-D73B-4D33-1F77C70D2D44}"/>
          </ac:spMkLst>
        </pc:spChg>
        <pc:spChg chg="add mod">
          <ac:chgData name="Michael Chi" userId="4688b339-e273-4ee1-9292-ea150c52cd85" providerId="ADAL" clId="{125C22B3-12AE-4D60-83CC-E153C54827D0}" dt="2025-08-12T23:03:23.070" v="357" actId="1038"/>
          <ac:spMkLst>
            <pc:docMk/>
            <pc:sldMk cId="2965783616" sldId="344"/>
            <ac:spMk id="44" creationId="{C91339FF-B2FE-C8D7-88EF-D3B8C888B5DC}"/>
          </ac:spMkLst>
        </pc:spChg>
        <pc:spChg chg="add mod">
          <ac:chgData name="Michael Chi" userId="4688b339-e273-4ee1-9292-ea150c52cd85" providerId="ADAL" clId="{125C22B3-12AE-4D60-83CC-E153C54827D0}" dt="2025-08-12T23:02:08.681" v="294" actId="1038"/>
          <ac:spMkLst>
            <pc:docMk/>
            <pc:sldMk cId="2965783616" sldId="344"/>
            <ac:spMk id="45" creationId="{9F3D6C37-AAC3-DF11-20D3-23DE160BFA43}"/>
          </ac:spMkLst>
        </pc:spChg>
        <pc:spChg chg="add mod">
          <ac:chgData name="Michael Chi" userId="4688b339-e273-4ee1-9292-ea150c52cd85" providerId="ADAL" clId="{125C22B3-12AE-4D60-83CC-E153C54827D0}" dt="2025-08-12T23:03:23.070" v="357" actId="1038"/>
          <ac:spMkLst>
            <pc:docMk/>
            <pc:sldMk cId="2965783616" sldId="344"/>
            <ac:spMk id="47" creationId="{3925B314-F9A8-9404-B70C-E4D0FC6CEAD2}"/>
          </ac:spMkLst>
        </pc:spChg>
        <pc:spChg chg="add mod">
          <ac:chgData name="Michael Chi" userId="4688b339-e273-4ee1-9292-ea150c52cd85" providerId="ADAL" clId="{125C22B3-12AE-4D60-83CC-E153C54827D0}" dt="2025-08-12T23:03:58.815" v="366" actId="14100"/>
          <ac:spMkLst>
            <pc:docMk/>
            <pc:sldMk cId="2965783616" sldId="344"/>
            <ac:spMk id="48" creationId="{A491C290-FB28-FCD9-F199-2046B44E5263}"/>
          </ac:spMkLst>
        </pc:spChg>
        <pc:spChg chg="add del mod">
          <ac:chgData name="Michael Chi" userId="4688b339-e273-4ee1-9292-ea150c52cd85" providerId="ADAL" clId="{125C22B3-12AE-4D60-83CC-E153C54827D0}" dt="2025-08-13T19:46:13.092" v="370" actId="22"/>
          <ac:spMkLst>
            <pc:docMk/>
            <pc:sldMk cId="2965783616" sldId="344"/>
            <ac:spMk id="50" creationId="{471ED66F-F9EA-9F74-1FA2-050FB6F17A13}"/>
          </ac:spMkLst>
        </pc:spChg>
        <pc:spChg chg="del mod">
          <ac:chgData name="Michael Chi" userId="4688b339-e273-4ee1-9292-ea150c52cd85" providerId="ADAL" clId="{125C22B3-12AE-4D60-83CC-E153C54827D0}" dt="2025-08-12T22:50:28.319" v="51" actId="478"/>
          <ac:spMkLst>
            <pc:docMk/>
            <pc:sldMk cId="2965783616" sldId="344"/>
            <ac:spMk id="74" creationId="{F1A9491E-497B-1D76-9F45-D6750396305D}"/>
          </ac:spMkLst>
        </pc:spChg>
        <pc:spChg chg="add del">
          <ac:chgData name="Michael Chi" userId="4688b339-e273-4ee1-9292-ea150c52cd85" providerId="ADAL" clId="{125C22B3-12AE-4D60-83CC-E153C54827D0}" dt="2025-08-13T19:46:15.908" v="372" actId="22"/>
          <ac:spMkLst>
            <pc:docMk/>
            <pc:sldMk cId="2965783616" sldId="344"/>
            <ac:spMk id="75" creationId="{46A5A891-7ED4-87DD-ADB8-D92BB0C1FDCF}"/>
          </ac:spMkLst>
        </pc:spChg>
        <pc:spChg chg="add del">
          <ac:chgData name="Michael Chi" userId="4688b339-e273-4ee1-9292-ea150c52cd85" providerId="ADAL" clId="{125C22B3-12AE-4D60-83CC-E153C54827D0}" dt="2025-08-13T19:46:27.582" v="374" actId="22"/>
          <ac:spMkLst>
            <pc:docMk/>
            <pc:sldMk cId="2965783616" sldId="344"/>
            <ac:spMk id="78" creationId="{11C6BB8E-52D7-9C69-4150-1A2E408D7979}"/>
          </ac:spMkLst>
        </pc:spChg>
        <pc:spChg chg="add mod">
          <ac:chgData name="Michael Chi" userId="4688b339-e273-4ee1-9292-ea150c52cd85" providerId="ADAL" clId="{125C22B3-12AE-4D60-83CC-E153C54827D0}" dt="2025-08-13T21:51:52.170" v="842" actId="1035"/>
          <ac:spMkLst>
            <pc:docMk/>
            <pc:sldMk cId="2965783616" sldId="344"/>
            <ac:spMk id="79" creationId="{1B4C0E1F-A8EB-283E-53B9-A0D911CE2117}"/>
          </ac:spMkLst>
        </pc:spChg>
        <pc:spChg chg="add mod">
          <ac:chgData name="Michael Chi" userId="4688b339-e273-4ee1-9292-ea150c52cd85" providerId="ADAL" clId="{125C22B3-12AE-4D60-83CC-E153C54827D0}" dt="2025-08-13T21:51:58.891" v="843" actId="1076"/>
          <ac:spMkLst>
            <pc:docMk/>
            <pc:sldMk cId="2965783616" sldId="344"/>
            <ac:spMk id="80" creationId="{D98B129C-0301-1783-CA88-1E13721BBA39}"/>
          </ac:spMkLst>
        </pc:spChg>
        <pc:spChg chg="del">
          <ac:chgData name="Michael Chi" userId="4688b339-e273-4ee1-9292-ea150c52cd85" providerId="ADAL" clId="{125C22B3-12AE-4D60-83CC-E153C54827D0}" dt="2025-08-12T22:50:27.041" v="49" actId="478"/>
          <ac:spMkLst>
            <pc:docMk/>
            <pc:sldMk cId="2965783616" sldId="344"/>
            <ac:spMk id="81" creationId="{DA09F888-5D15-BBB3-1535-4A18903F52B4}"/>
          </ac:spMkLst>
        </pc:spChg>
        <pc:spChg chg="del">
          <ac:chgData name="Michael Chi" userId="4688b339-e273-4ee1-9292-ea150c52cd85" providerId="ADAL" clId="{125C22B3-12AE-4D60-83CC-E153C54827D0}" dt="2025-08-12T22:50:30.141" v="52" actId="478"/>
          <ac:spMkLst>
            <pc:docMk/>
            <pc:sldMk cId="2965783616" sldId="344"/>
            <ac:spMk id="82" creationId="{39EE33DA-7018-C1DF-FB34-06F4D33A1CDD}"/>
          </ac:spMkLst>
        </pc:spChg>
        <pc:spChg chg="del">
          <ac:chgData name="Michael Chi" userId="4688b339-e273-4ee1-9292-ea150c52cd85" providerId="ADAL" clId="{125C22B3-12AE-4D60-83CC-E153C54827D0}" dt="2025-08-12T22:50:31.743" v="53" actId="478"/>
          <ac:spMkLst>
            <pc:docMk/>
            <pc:sldMk cId="2965783616" sldId="344"/>
            <ac:spMk id="83" creationId="{AC0BBFA8-ED4B-B9AB-AEE1-E473E32FD07D}"/>
          </ac:spMkLst>
        </pc:spChg>
        <pc:spChg chg="add mod">
          <ac:chgData name="Michael Chi" userId="4688b339-e273-4ee1-9292-ea150c52cd85" providerId="ADAL" clId="{125C22B3-12AE-4D60-83CC-E153C54827D0}" dt="2025-08-13T21:52:01.598" v="844" actId="1076"/>
          <ac:spMkLst>
            <pc:docMk/>
            <pc:sldMk cId="2965783616" sldId="344"/>
            <ac:spMk id="84" creationId="{F3197D1D-33F2-8ABA-237F-1FA616F76A25}"/>
          </ac:spMkLst>
        </pc:spChg>
        <pc:spChg chg="del">
          <ac:chgData name="Michael Chi" userId="4688b339-e273-4ee1-9292-ea150c52cd85" providerId="ADAL" clId="{125C22B3-12AE-4D60-83CC-E153C54827D0}" dt="2025-08-12T22:50:33.027" v="54" actId="478"/>
          <ac:spMkLst>
            <pc:docMk/>
            <pc:sldMk cId="2965783616" sldId="344"/>
            <ac:spMk id="85" creationId="{CE4C5722-9E86-B05E-2ADC-8C9AB080C8A3}"/>
          </ac:spMkLst>
        </pc:spChg>
        <pc:spChg chg="del">
          <ac:chgData name="Michael Chi" userId="4688b339-e273-4ee1-9292-ea150c52cd85" providerId="ADAL" clId="{125C22B3-12AE-4D60-83CC-E153C54827D0}" dt="2025-08-12T22:50:34.424" v="55" actId="478"/>
          <ac:spMkLst>
            <pc:docMk/>
            <pc:sldMk cId="2965783616" sldId="344"/>
            <ac:spMk id="90" creationId="{FF181589-F1A8-0C73-B902-AD93FD300E02}"/>
          </ac:spMkLst>
        </pc:spChg>
        <pc:spChg chg="del">
          <ac:chgData name="Michael Chi" userId="4688b339-e273-4ee1-9292-ea150c52cd85" providerId="ADAL" clId="{125C22B3-12AE-4D60-83CC-E153C54827D0}" dt="2025-08-12T22:50:35.659" v="56" actId="478"/>
          <ac:spMkLst>
            <pc:docMk/>
            <pc:sldMk cId="2965783616" sldId="344"/>
            <ac:spMk id="91" creationId="{28602348-C648-7F05-68FE-ACF68FF01A9C}"/>
          </ac:spMkLst>
        </pc:spChg>
        <pc:spChg chg="del">
          <ac:chgData name="Michael Chi" userId="4688b339-e273-4ee1-9292-ea150c52cd85" providerId="ADAL" clId="{125C22B3-12AE-4D60-83CC-E153C54827D0}" dt="2025-08-12T22:50:39.563" v="59" actId="478"/>
          <ac:spMkLst>
            <pc:docMk/>
            <pc:sldMk cId="2965783616" sldId="344"/>
            <ac:spMk id="92" creationId="{0F6A7D05-C2E5-1CA8-F0EB-66C67A540761}"/>
          </ac:spMkLst>
        </pc:spChg>
        <pc:spChg chg="del">
          <ac:chgData name="Michael Chi" userId="4688b339-e273-4ee1-9292-ea150c52cd85" providerId="ADAL" clId="{125C22B3-12AE-4D60-83CC-E153C54827D0}" dt="2025-08-12T22:50:38.278" v="58" actId="478"/>
          <ac:spMkLst>
            <pc:docMk/>
            <pc:sldMk cId="2965783616" sldId="344"/>
            <ac:spMk id="93" creationId="{CF900BE7-0DB7-D7FA-DD5E-7766136AB5A1}"/>
          </ac:spMkLst>
        </pc:spChg>
        <pc:spChg chg="del">
          <ac:chgData name="Michael Chi" userId="4688b339-e273-4ee1-9292-ea150c52cd85" providerId="ADAL" clId="{125C22B3-12AE-4D60-83CC-E153C54827D0}" dt="2025-08-12T22:50:36.729" v="57" actId="478"/>
          <ac:spMkLst>
            <pc:docMk/>
            <pc:sldMk cId="2965783616" sldId="344"/>
            <ac:spMk id="94" creationId="{B1728970-6728-7B84-8235-495059101A21}"/>
          </ac:spMkLst>
        </pc:spChg>
        <pc:grpChg chg="del">
          <ac:chgData name="Michael Chi" userId="4688b339-e273-4ee1-9292-ea150c52cd85" providerId="ADAL" clId="{125C22B3-12AE-4D60-83CC-E153C54827D0}" dt="2025-08-12T22:50:25.271" v="48" actId="478"/>
          <ac:grpSpMkLst>
            <pc:docMk/>
            <pc:sldMk cId="2965783616" sldId="344"/>
            <ac:grpSpMk id="3" creationId="{98C4BFC7-9C20-375F-1509-5B1F24CF87A4}"/>
          </ac:grpSpMkLst>
        </pc:grpChg>
      </pc:sldChg>
      <pc:sldChg chg="addSp delSp modSp add mod">
        <pc:chgData name="Michael Chi" userId="4688b339-e273-4ee1-9292-ea150c52cd85" providerId="ADAL" clId="{125C22B3-12AE-4D60-83CC-E153C54827D0}" dt="2025-08-13T21:53:18.559" v="880" actId="20577"/>
        <pc:sldMkLst>
          <pc:docMk/>
          <pc:sldMk cId="425589338" sldId="345"/>
        </pc:sldMkLst>
        <pc:spChg chg="mod">
          <ac:chgData name="Michael Chi" userId="4688b339-e273-4ee1-9292-ea150c52cd85" providerId="ADAL" clId="{125C22B3-12AE-4D60-83CC-E153C54827D0}" dt="2025-08-13T19:51:01.992" v="761" actId="14100"/>
          <ac:spMkLst>
            <pc:docMk/>
            <pc:sldMk cId="425589338" sldId="345"/>
            <ac:spMk id="2" creationId="{9BCE9F24-2519-B5D5-F020-C979DF8E2D27}"/>
          </ac:spMkLst>
        </pc:spChg>
        <pc:spChg chg="add mod">
          <ac:chgData name="Michael Chi" userId="4688b339-e273-4ee1-9292-ea150c52cd85" providerId="ADAL" clId="{125C22B3-12AE-4D60-83CC-E153C54827D0}" dt="2025-08-13T21:53:14.246" v="875" actId="1076"/>
          <ac:spMkLst>
            <pc:docMk/>
            <pc:sldMk cId="425589338" sldId="345"/>
            <ac:spMk id="3" creationId="{8902FD3A-BFEC-56F0-1E0A-0EB23363D151}"/>
          </ac:spMkLst>
        </pc:spChg>
        <pc:spChg chg="add mod">
          <ac:chgData name="Michael Chi" userId="4688b339-e273-4ee1-9292-ea150c52cd85" providerId="ADAL" clId="{125C22B3-12AE-4D60-83CC-E153C54827D0}" dt="2025-08-13T21:53:18.559" v="880" actId="20577"/>
          <ac:spMkLst>
            <pc:docMk/>
            <pc:sldMk cId="425589338" sldId="345"/>
            <ac:spMk id="4" creationId="{A10E3C3D-6C0D-9636-1708-B3632EF2D8B5}"/>
          </ac:spMkLst>
        </pc:spChg>
        <pc:spChg chg="add mod ord">
          <ac:chgData name="Michael Chi" userId="4688b339-e273-4ee1-9292-ea150c52cd85" providerId="ADAL" clId="{125C22B3-12AE-4D60-83CC-E153C54827D0}" dt="2025-08-13T20:40:02.400" v="819" actId="1076"/>
          <ac:spMkLst>
            <pc:docMk/>
            <pc:sldMk cId="425589338" sldId="345"/>
            <ac:spMk id="11" creationId="{589AED5E-B532-AFF3-4742-91817839AE49}"/>
          </ac:spMkLst>
        </pc:spChg>
        <pc:spChg chg="del">
          <ac:chgData name="Michael Chi" userId="4688b339-e273-4ee1-9292-ea150c52cd85" providerId="ADAL" clId="{125C22B3-12AE-4D60-83CC-E153C54827D0}" dt="2025-08-13T19:50:45.866" v="745" actId="478"/>
          <ac:spMkLst>
            <pc:docMk/>
            <pc:sldMk cId="425589338" sldId="345"/>
            <ac:spMk id="23" creationId="{9034AAD9-B67F-BE41-10C6-0D6EBBCF70B9}"/>
          </ac:spMkLst>
        </pc:spChg>
        <pc:spChg chg="del">
          <ac:chgData name="Michael Chi" userId="4688b339-e273-4ee1-9292-ea150c52cd85" providerId="ADAL" clId="{125C22B3-12AE-4D60-83CC-E153C54827D0}" dt="2025-08-13T19:50:44.995" v="744" actId="478"/>
          <ac:spMkLst>
            <pc:docMk/>
            <pc:sldMk cId="425589338" sldId="345"/>
            <ac:spMk id="24" creationId="{BF32F4EA-3492-DE1D-4FDF-196AEEC7AF8A}"/>
          </ac:spMkLst>
        </pc:spChg>
        <pc:spChg chg="del">
          <ac:chgData name="Michael Chi" userId="4688b339-e273-4ee1-9292-ea150c52cd85" providerId="ADAL" clId="{125C22B3-12AE-4D60-83CC-E153C54827D0}" dt="2025-08-13T19:50:51.229" v="751" actId="478"/>
          <ac:spMkLst>
            <pc:docMk/>
            <pc:sldMk cId="425589338" sldId="345"/>
            <ac:spMk id="25" creationId="{FEF7CFA6-C497-4BDC-6DB1-E6CB4AF781E3}"/>
          </ac:spMkLst>
        </pc:spChg>
        <pc:spChg chg="del">
          <ac:chgData name="Michael Chi" userId="4688b339-e273-4ee1-9292-ea150c52cd85" providerId="ADAL" clId="{125C22B3-12AE-4D60-83CC-E153C54827D0}" dt="2025-08-13T19:50:50.927" v="750" actId="478"/>
          <ac:spMkLst>
            <pc:docMk/>
            <pc:sldMk cId="425589338" sldId="345"/>
            <ac:spMk id="27" creationId="{047369AF-6EFA-833D-9CA0-6F30B451C684}"/>
          </ac:spMkLst>
        </pc:spChg>
        <pc:spChg chg="del">
          <ac:chgData name="Michael Chi" userId="4688b339-e273-4ee1-9292-ea150c52cd85" providerId="ADAL" clId="{125C22B3-12AE-4D60-83CC-E153C54827D0}" dt="2025-08-13T19:50:50.570" v="749" actId="478"/>
          <ac:spMkLst>
            <pc:docMk/>
            <pc:sldMk cId="425589338" sldId="345"/>
            <ac:spMk id="34" creationId="{6D409ED5-96A2-3745-2A19-7B7CFD86C4D6}"/>
          </ac:spMkLst>
        </pc:spChg>
        <pc:spChg chg="del">
          <ac:chgData name="Michael Chi" userId="4688b339-e273-4ee1-9292-ea150c52cd85" providerId="ADAL" clId="{125C22B3-12AE-4D60-83CC-E153C54827D0}" dt="2025-08-13T19:50:42.358" v="741" actId="478"/>
          <ac:spMkLst>
            <pc:docMk/>
            <pc:sldMk cId="425589338" sldId="345"/>
            <ac:spMk id="35" creationId="{233AC885-69B8-2439-C1BE-A485CF08513B}"/>
          </ac:spMkLst>
        </pc:spChg>
        <pc:spChg chg="del">
          <ac:chgData name="Michael Chi" userId="4688b339-e273-4ee1-9292-ea150c52cd85" providerId="ADAL" clId="{125C22B3-12AE-4D60-83CC-E153C54827D0}" dt="2025-08-13T19:50:46.895" v="746" actId="478"/>
          <ac:spMkLst>
            <pc:docMk/>
            <pc:sldMk cId="425589338" sldId="345"/>
            <ac:spMk id="36" creationId="{74304310-383C-8748-F76A-E9F34278D401}"/>
          </ac:spMkLst>
        </pc:spChg>
        <pc:spChg chg="del">
          <ac:chgData name="Michael Chi" userId="4688b339-e273-4ee1-9292-ea150c52cd85" providerId="ADAL" clId="{125C22B3-12AE-4D60-83CC-E153C54827D0}" dt="2025-08-13T19:50:48.332" v="747" actId="478"/>
          <ac:spMkLst>
            <pc:docMk/>
            <pc:sldMk cId="425589338" sldId="345"/>
            <ac:spMk id="40" creationId="{975BDBA3-9412-02EB-AA36-1EC675DBBCD1}"/>
          </ac:spMkLst>
        </pc:spChg>
        <pc:spChg chg="del">
          <ac:chgData name="Michael Chi" userId="4688b339-e273-4ee1-9292-ea150c52cd85" providerId="ADAL" clId="{125C22B3-12AE-4D60-83CC-E153C54827D0}" dt="2025-08-13T19:50:44.492" v="743" actId="478"/>
          <ac:spMkLst>
            <pc:docMk/>
            <pc:sldMk cId="425589338" sldId="345"/>
            <ac:spMk id="41" creationId="{B36F2B99-679A-41FF-7059-150EBC8B84CF}"/>
          </ac:spMkLst>
        </pc:spChg>
        <pc:spChg chg="del">
          <ac:chgData name="Michael Chi" userId="4688b339-e273-4ee1-9292-ea150c52cd85" providerId="ADAL" clId="{125C22B3-12AE-4D60-83CC-E153C54827D0}" dt="2025-08-13T19:50:50.114" v="748" actId="478"/>
          <ac:spMkLst>
            <pc:docMk/>
            <pc:sldMk cId="425589338" sldId="345"/>
            <ac:spMk id="42" creationId="{1B347709-DFF1-3B89-60EE-613EED674A55}"/>
          </ac:spMkLst>
        </pc:spChg>
        <pc:spChg chg="del">
          <ac:chgData name="Michael Chi" userId="4688b339-e273-4ee1-9292-ea150c52cd85" providerId="ADAL" clId="{125C22B3-12AE-4D60-83CC-E153C54827D0}" dt="2025-08-13T19:50:52.496" v="752" actId="478"/>
          <ac:spMkLst>
            <pc:docMk/>
            <pc:sldMk cId="425589338" sldId="345"/>
            <ac:spMk id="43" creationId="{97405084-A976-31E5-BF9C-EB3C46699A69}"/>
          </ac:spMkLst>
        </pc:spChg>
        <pc:spChg chg="del">
          <ac:chgData name="Michael Chi" userId="4688b339-e273-4ee1-9292-ea150c52cd85" providerId="ADAL" clId="{125C22B3-12AE-4D60-83CC-E153C54827D0}" dt="2025-08-13T19:50:53.759" v="753" actId="478"/>
          <ac:spMkLst>
            <pc:docMk/>
            <pc:sldMk cId="425589338" sldId="345"/>
            <ac:spMk id="44" creationId="{552BA886-3712-6472-5362-3DF503CAB887}"/>
          </ac:spMkLst>
        </pc:spChg>
        <pc:spChg chg="del">
          <ac:chgData name="Michael Chi" userId="4688b339-e273-4ee1-9292-ea150c52cd85" providerId="ADAL" clId="{125C22B3-12AE-4D60-83CC-E153C54827D0}" dt="2025-08-13T19:50:54.798" v="754" actId="478"/>
          <ac:spMkLst>
            <pc:docMk/>
            <pc:sldMk cId="425589338" sldId="345"/>
            <ac:spMk id="45" creationId="{19F105CF-9D63-C974-1209-3C980963DD3A}"/>
          </ac:spMkLst>
        </pc:spChg>
        <pc:spChg chg="del">
          <ac:chgData name="Michael Chi" userId="4688b339-e273-4ee1-9292-ea150c52cd85" providerId="ADAL" clId="{125C22B3-12AE-4D60-83CC-E153C54827D0}" dt="2025-08-13T19:50:56.457" v="755" actId="478"/>
          <ac:spMkLst>
            <pc:docMk/>
            <pc:sldMk cId="425589338" sldId="345"/>
            <ac:spMk id="47" creationId="{0EF5FF92-0E2C-44D8-DE8E-5BD9E3E3B3BC}"/>
          </ac:spMkLst>
        </pc:spChg>
        <pc:spChg chg="del">
          <ac:chgData name="Michael Chi" userId="4688b339-e273-4ee1-9292-ea150c52cd85" providerId="ADAL" clId="{125C22B3-12AE-4D60-83CC-E153C54827D0}" dt="2025-08-13T19:50:43.191" v="742" actId="478"/>
          <ac:spMkLst>
            <pc:docMk/>
            <pc:sldMk cId="425589338" sldId="345"/>
            <ac:spMk id="48" creationId="{1054523C-DD26-AC98-BBF5-2FD6EEEA4311}"/>
          </ac:spMkLst>
        </pc:spChg>
        <pc:spChg chg="del">
          <ac:chgData name="Michael Chi" userId="4688b339-e273-4ee1-9292-ea150c52cd85" providerId="ADAL" clId="{125C22B3-12AE-4D60-83CC-E153C54827D0}" dt="2025-08-13T19:50:37.757" v="738" actId="478"/>
          <ac:spMkLst>
            <pc:docMk/>
            <pc:sldMk cId="425589338" sldId="345"/>
            <ac:spMk id="79" creationId="{811B2DBC-BF57-D6E2-A08D-9459981F0120}"/>
          </ac:spMkLst>
        </pc:spChg>
        <pc:spChg chg="del">
          <ac:chgData name="Michael Chi" userId="4688b339-e273-4ee1-9292-ea150c52cd85" providerId="ADAL" clId="{125C22B3-12AE-4D60-83CC-E153C54827D0}" dt="2025-08-13T19:50:39.085" v="739" actId="478"/>
          <ac:spMkLst>
            <pc:docMk/>
            <pc:sldMk cId="425589338" sldId="345"/>
            <ac:spMk id="80" creationId="{4D30D016-0658-48D4-0A46-FBD4B9780488}"/>
          </ac:spMkLst>
        </pc:spChg>
        <pc:spChg chg="del">
          <ac:chgData name="Michael Chi" userId="4688b339-e273-4ee1-9292-ea150c52cd85" providerId="ADAL" clId="{125C22B3-12AE-4D60-83CC-E153C54827D0}" dt="2025-08-13T19:50:40.587" v="740" actId="478"/>
          <ac:spMkLst>
            <pc:docMk/>
            <pc:sldMk cId="425589338" sldId="345"/>
            <ac:spMk id="84" creationId="{1A956DA9-38C5-5002-4ACE-3C821140B1B6}"/>
          </ac:spMkLst>
        </pc:spChg>
        <pc:picChg chg="add del mod">
          <ac:chgData name="Michael Chi" userId="4688b339-e273-4ee1-9292-ea150c52cd85" providerId="ADAL" clId="{125C22B3-12AE-4D60-83CC-E153C54827D0}" dt="2025-08-13T20:37:12.005" v="797" actId="478"/>
          <ac:picMkLst>
            <pc:docMk/>
            <pc:sldMk cId="425589338" sldId="345"/>
            <ac:picMk id="4" creationId="{6F3C789E-0FAA-6C1E-0EEA-1DD74325C700}"/>
          </ac:picMkLst>
        </pc:picChg>
        <pc:picChg chg="add del mod">
          <ac:chgData name="Michael Chi" userId="4688b339-e273-4ee1-9292-ea150c52cd85" providerId="ADAL" clId="{125C22B3-12AE-4D60-83CC-E153C54827D0}" dt="2025-08-13T19:51:49.769" v="765" actId="478"/>
          <ac:picMkLst>
            <pc:docMk/>
            <pc:sldMk cId="425589338" sldId="345"/>
            <ac:picMk id="4" creationId="{B6930F8D-3245-D5CC-7745-5571DC3E97DE}"/>
          </ac:picMkLst>
        </pc:picChg>
        <pc:picChg chg="add del mod">
          <ac:chgData name="Michael Chi" userId="4688b339-e273-4ee1-9292-ea150c52cd85" providerId="ADAL" clId="{125C22B3-12AE-4D60-83CC-E153C54827D0}" dt="2025-08-13T20:35:43.062" v="777" actId="478"/>
          <ac:picMkLst>
            <pc:docMk/>
            <pc:sldMk cId="425589338" sldId="345"/>
            <ac:picMk id="7" creationId="{F7F77D9E-4EB8-FF35-500D-E28D00C4FEC1}"/>
          </ac:picMkLst>
        </pc:picChg>
        <pc:picChg chg="add mod">
          <ac:chgData name="Michael Chi" userId="4688b339-e273-4ee1-9292-ea150c52cd85" providerId="ADAL" clId="{125C22B3-12AE-4D60-83CC-E153C54827D0}" dt="2025-08-13T20:40:07.569" v="820" actId="1076"/>
          <ac:picMkLst>
            <pc:docMk/>
            <pc:sldMk cId="425589338" sldId="345"/>
            <ac:picMk id="8" creationId="{06BC06DE-2015-27D0-4898-4E093956F692}"/>
          </ac:picMkLst>
        </pc:picChg>
        <pc:picChg chg="add mod">
          <ac:chgData name="Michael Chi" userId="4688b339-e273-4ee1-9292-ea150c52cd85" providerId="ADAL" clId="{125C22B3-12AE-4D60-83CC-E153C54827D0}" dt="2025-08-13T20:40:02.400" v="819" actId="1076"/>
          <ac:picMkLst>
            <pc:docMk/>
            <pc:sldMk cId="425589338" sldId="345"/>
            <ac:picMk id="10" creationId="{C832371A-9274-6ED6-883C-6AFBD95FF33B}"/>
          </ac:picMkLst>
        </pc:picChg>
        <pc:picChg chg="add mod">
          <ac:chgData name="Michael Chi" userId="4688b339-e273-4ee1-9292-ea150c52cd85" providerId="ADAL" clId="{125C22B3-12AE-4D60-83CC-E153C54827D0}" dt="2025-08-13T20:40:10.897" v="821" actId="1076"/>
          <ac:picMkLst>
            <pc:docMk/>
            <pc:sldMk cId="425589338" sldId="345"/>
            <ac:picMk id="13" creationId="{54A21648-7419-BF8B-E190-88556F5AA832}"/>
          </ac:picMkLst>
        </pc:picChg>
        <pc:picChg chg="add del mod">
          <ac:chgData name="Michael Chi" userId="4688b339-e273-4ee1-9292-ea150c52cd85" providerId="ADAL" clId="{125C22B3-12AE-4D60-83CC-E153C54827D0}" dt="2025-08-13T20:39:29.287" v="810" actId="478"/>
          <ac:picMkLst>
            <pc:docMk/>
            <pc:sldMk cId="425589338" sldId="345"/>
            <ac:picMk id="15" creationId="{A7D0A0B9-C2CE-62E1-1934-C0FC8C5B0E63}"/>
          </ac:picMkLst>
        </pc:picChg>
        <pc:picChg chg="add mod">
          <ac:chgData name="Michael Chi" userId="4688b339-e273-4ee1-9292-ea150c52cd85" providerId="ADAL" clId="{125C22B3-12AE-4D60-83CC-E153C54827D0}" dt="2025-08-13T21:16:14.685" v="822" actId="1076"/>
          <ac:picMkLst>
            <pc:docMk/>
            <pc:sldMk cId="425589338" sldId="345"/>
            <ac:picMk id="17" creationId="{9DF24799-B8F1-CE03-4B06-02D57312B1D4}"/>
          </ac:picMkLst>
        </pc:picChg>
        <pc:picChg chg="add mod">
          <ac:chgData name="Michael Chi" userId="4688b339-e273-4ee1-9292-ea150c52cd85" providerId="ADAL" clId="{125C22B3-12AE-4D60-83CC-E153C54827D0}" dt="2025-08-13T21:21:56.350" v="828" actId="14100"/>
          <ac:picMkLst>
            <pc:docMk/>
            <pc:sldMk cId="425589338" sldId="345"/>
            <ac:picMk id="19" creationId="{F4856D37-9B36-4EB1-4214-922071E563CF}"/>
          </ac:picMkLst>
        </pc:picChg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3122924351" sldId="345"/>
        </pc:sldMkLst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2386585072" sldId="346"/>
        </pc:sldMkLst>
      </pc:sldChg>
      <pc:sldChg chg="addSp delSp modSp add mod">
        <pc:chgData name="Michael Chi" userId="4688b339-e273-4ee1-9292-ea150c52cd85" providerId="ADAL" clId="{125C22B3-12AE-4D60-83CC-E153C54827D0}" dt="2025-08-13T21:56:01.344" v="996" actId="1076"/>
        <pc:sldMkLst>
          <pc:docMk/>
          <pc:sldMk cId="3271040789" sldId="346"/>
        </pc:sldMkLst>
        <pc:spChg chg="mod">
          <ac:chgData name="Michael Chi" userId="4688b339-e273-4ee1-9292-ea150c52cd85" providerId="ADAL" clId="{125C22B3-12AE-4D60-83CC-E153C54827D0}" dt="2025-08-13T21:55:37.146" v="951" actId="14100"/>
          <ac:spMkLst>
            <pc:docMk/>
            <pc:sldMk cId="3271040789" sldId="346"/>
            <ac:spMk id="2" creationId="{820F8DC2-0CB0-87CE-581B-50B251FB3604}"/>
          </ac:spMkLst>
        </pc:spChg>
        <pc:spChg chg="mod">
          <ac:chgData name="Michael Chi" userId="4688b339-e273-4ee1-9292-ea150c52cd85" providerId="ADAL" clId="{125C22B3-12AE-4D60-83CC-E153C54827D0}" dt="2025-08-13T21:56:01.344" v="996" actId="1076"/>
          <ac:spMkLst>
            <pc:docMk/>
            <pc:sldMk cId="3271040789" sldId="346"/>
            <ac:spMk id="3" creationId="{D4A472D2-C26F-A8E7-7016-34D8D3C48922}"/>
          </ac:spMkLst>
        </pc:spChg>
        <pc:spChg chg="mod">
          <ac:chgData name="Michael Chi" userId="4688b339-e273-4ee1-9292-ea150c52cd85" providerId="ADAL" clId="{125C22B3-12AE-4D60-83CC-E153C54827D0}" dt="2025-08-13T21:55:59.168" v="995" actId="1076"/>
          <ac:spMkLst>
            <pc:docMk/>
            <pc:sldMk cId="3271040789" sldId="346"/>
            <ac:spMk id="4" creationId="{0941666B-30FC-0E57-B68C-87C5C57E37F1}"/>
          </ac:spMkLst>
        </pc:spChg>
        <pc:spChg chg="add mod">
          <ac:chgData name="Michael Chi" userId="4688b339-e273-4ee1-9292-ea150c52cd85" providerId="ADAL" clId="{125C22B3-12AE-4D60-83CC-E153C54827D0}" dt="2025-08-13T21:55:56.029" v="994" actId="1076"/>
          <ac:spMkLst>
            <pc:docMk/>
            <pc:sldMk cId="3271040789" sldId="346"/>
            <ac:spMk id="6" creationId="{76EE127D-D508-6AD0-7222-9E42C7420B88}"/>
          </ac:spMkLst>
        </pc:spChg>
        <pc:spChg chg="del">
          <ac:chgData name="Michael Chi" userId="4688b339-e273-4ee1-9292-ea150c52cd85" providerId="ADAL" clId="{125C22B3-12AE-4D60-83CC-E153C54827D0}" dt="2025-08-13T21:54:15.675" v="886" actId="478"/>
          <ac:spMkLst>
            <pc:docMk/>
            <pc:sldMk cId="3271040789" sldId="346"/>
            <ac:spMk id="11" creationId="{9ED1FC07-5841-E809-30AA-22C7C7420A4C}"/>
          </ac:spMkLst>
        </pc:spChg>
        <pc:picChg chg="del">
          <ac:chgData name="Michael Chi" userId="4688b339-e273-4ee1-9292-ea150c52cd85" providerId="ADAL" clId="{125C22B3-12AE-4D60-83CC-E153C54827D0}" dt="2025-08-13T21:54:14.201" v="883" actId="478"/>
          <ac:picMkLst>
            <pc:docMk/>
            <pc:sldMk cId="3271040789" sldId="346"/>
            <ac:picMk id="8" creationId="{87F7A600-D641-310F-B3BF-B854164FD698}"/>
          </ac:picMkLst>
        </pc:picChg>
        <pc:picChg chg="del">
          <ac:chgData name="Michael Chi" userId="4688b339-e273-4ee1-9292-ea150c52cd85" providerId="ADAL" clId="{125C22B3-12AE-4D60-83CC-E153C54827D0}" dt="2025-08-13T21:54:15.143" v="885" actId="478"/>
          <ac:picMkLst>
            <pc:docMk/>
            <pc:sldMk cId="3271040789" sldId="346"/>
            <ac:picMk id="10" creationId="{6083D10F-E167-2201-7C3C-17F539AC9205}"/>
          </ac:picMkLst>
        </pc:picChg>
        <pc:picChg chg="del">
          <ac:chgData name="Michael Chi" userId="4688b339-e273-4ee1-9292-ea150c52cd85" providerId="ADAL" clId="{125C22B3-12AE-4D60-83CC-E153C54827D0}" dt="2025-08-13T21:54:13.568" v="882" actId="478"/>
          <ac:picMkLst>
            <pc:docMk/>
            <pc:sldMk cId="3271040789" sldId="346"/>
            <ac:picMk id="13" creationId="{9DC29C7F-DB6B-FA8C-46C5-5C7BC7EF8DC7}"/>
          </ac:picMkLst>
        </pc:picChg>
        <pc:picChg chg="del">
          <ac:chgData name="Michael Chi" userId="4688b339-e273-4ee1-9292-ea150c52cd85" providerId="ADAL" clId="{125C22B3-12AE-4D60-83CC-E153C54827D0}" dt="2025-08-13T21:54:14.662" v="884" actId="478"/>
          <ac:picMkLst>
            <pc:docMk/>
            <pc:sldMk cId="3271040789" sldId="346"/>
            <ac:picMk id="17" creationId="{C391FC14-EAC7-7E0D-735E-190B25B2938F}"/>
          </ac:picMkLst>
        </pc:picChg>
        <pc:picChg chg="del">
          <ac:chgData name="Michael Chi" userId="4688b339-e273-4ee1-9292-ea150c52cd85" providerId="ADAL" clId="{125C22B3-12AE-4D60-83CC-E153C54827D0}" dt="2025-08-13T21:54:16.276" v="887" actId="478"/>
          <ac:picMkLst>
            <pc:docMk/>
            <pc:sldMk cId="3271040789" sldId="346"/>
            <ac:picMk id="19" creationId="{4322DBC2-9BCD-86B0-A6BF-A1B715ECF4D8}"/>
          </ac:picMkLst>
        </pc:picChg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176939030" sldId="347"/>
        </pc:sldMkLst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2229487567" sldId="348"/>
        </pc:sldMkLst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159513837" sldId="349"/>
        </pc:sldMkLst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2860146332" sldId="350"/>
        </pc:sldMkLst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639652242" sldId="351"/>
        </pc:sldMkLst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3593574560" sldId="352"/>
        </pc:sldMkLst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1294253023" sldId="353"/>
        </pc:sldMkLst>
      </pc:sldChg>
      <pc:sldChg chg="del">
        <pc:chgData name="Michael Chi" userId="4688b339-e273-4ee1-9292-ea150c52cd85" providerId="ADAL" clId="{125C22B3-12AE-4D60-83CC-E153C54827D0}" dt="2025-08-12T22:49:55.198" v="12" actId="47"/>
        <pc:sldMkLst>
          <pc:docMk/>
          <pc:sldMk cId="3888305138" sldId="35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FA9168-1AA0-4330-93C8-8A2BC786D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5761D6-F269-4E92-99D5-40AC843D86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C0DD2-AAFF-40FB-B1D5-B76D6B9F63F5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2D8426-202C-4385-BEF1-8D0C15BC74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91F5F-CE2D-4C59-9BE8-D5C9660BC8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82E420-31C0-4FAB-9C47-370244A3A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939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AA7A3-4278-43C6-8774-F62FA0274339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BDF500-FE05-4D50-AB42-37EDEB80A6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920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930B57A-2C28-FB7A-A38F-D38F1996F5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670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347" y="2475580"/>
            <a:ext cx="4724424" cy="1536580"/>
          </a:xfrm>
        </p:spPr>
        <p:txBody>
          <a:bodyPr/>
          <a:lstStyle>
            <a:lvl1pPr>
              <a:defRPr>
                <a:solidFill>
                  <a:srgbClr val="F5F3EF"/>
                </a:solidFill>
                <a:effectLst>
                  <a:outerShdw blurRad="165100" sx="104000" sy="104000" algn="ctr" rotWithShape="0">
                    <a:prstClr val="black">
                      <a:alpha val="16000"/>
                    </a:prstClr>
                  </a:outerShdw>
                </a:effectLst>
                <a:latin typeface="Source Sans Pro Black" panose="020B0803030403020204" pitchFamily="34" charset="0"/>
                <a:ea typeface="Source Sans Pro Black" panose="020B0803030403020204" pitchFamily="34" charset="0"/>
              </a:defRPr>
            </a:lvl1pPr>
          </a:lstStyle>
          <a:p>
            <a:r>
              <a:rPr lang="en-US" dirty="0"/>
              <a:t>SECTION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5688995" y="2775870"/>
            <a:ext cx="72000" cy="936000"/>
          </a:xfrm>
          <a:prstGeom prst="rect">
            <a:avLst/>
          </a:prstGeom>
          <a:solidFill>
            <a:srgbClr val="F5F3EF"/>
          </a:solidFill>
          <a:ln>
            <a:noFill/>
          </a:ln>
          <a:effectLst>
            <a:outerShdw blurRad="165100" sx="104000" sy="104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rgbClr val="5F5F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602F3EE-6C22-AEE9-ABCC-6F84F74F45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5472" y="2594185"/>
            <a:ext cx="3526227" cy="1174329"/>
          </a:xfrm>
          <a:prstGeom prst="rect">
            <a:avLst/>
          </a:prstGeom>
          <a:effectLst>
            <a:outerShdw blurRad="165100" sx="104000" sy="104000" algn="ctr" rotWithShape="0">
              <a:prstClr val="black">
                <a:alpha val="16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5929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AFD3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4C9F74-F8BD-268E-A47B-18E21B47CD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A93E9B-118A-7581-AFE8-8B14D6F17CA5}"/>
              </a:ext>
            </a:extLst>
          </p:cNvPr>
          <p:cNvSpPr/>
          <p:nvPr userDrawn="1"/>
        </p:nvSpPr>
        <p:spPr>
          <a:xfrm>
            <a:off x="0" y="-159"/>
            <a:ext cx="12192000" cy="643626"/>
          </a:xfrm>
          <a:prstGeom prst="rect">
            <a:avLst/>
          </a:prstGeom>
          <a:solidFill>
            <a:srgbClr val="6670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78806-A3DA-6200-2C47-406A92F93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BA892"/>
                </a:solidFill>
              </a:defRPr>
            </a:lvl1pPr>
          </a:lstStyle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F73CFD-9207-8E8F-FC96-319562D65FA5}"/>
              </a:ext>
            </a:extLst>
          </p:cNvPr>
          <p:cNvCxnSpPr>
            <a:cxnSpLocks/>
          </p:cNvCxnSpPr>
          <p:nvPr userDrawn="1"/>
        </p:nvCxnSpPr>
        <p:spPr>
          <a:xfrm>
            <a:off x="662940" y="6263640"/>
            <a:ext cx="10866120" cy="0"/>
          </a:xfrm>
          <a:prstGeom prst="line">
            <a:avLst/>
          </a:prstGeom>
          <a:ln w="6350">
            <a:solidFill>
              <a:srgbClr val="9BA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37C54561-B378-FFB3-DE71-A92B30183F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471" y="89429"/>
            <a:ext cx="1373809" cy="457516"/>
          </a:xfrm>
          <a:prstGeom prst="rect">
            <a:avLst/>
          </a:prstGeom>
          <a:effectLst>
            <a:outerShdw blurRad="165100" sx="104000" sy="104000" algn="ctr" rotWithShape="0">
              <a:prstClr val="black">
                <a:alpha val="16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4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ADACA5-0151-7F81-20C1-691E67831F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140F32-A637-962B-92F7-30C054BEF04A}"/>
              </a:ext>
            </a:extLst>
          </p:cNvPr>
          <p:cNvSpPr/>
          <p:nvPr userDrawn="1"/>
        </p:nvSpPr>
        <p:spPr>
          <a:xfrm>
            <a:off x="0" y="4635595"/>
            <a:ext cx="12192000" cy="2222399"/>
          </a:xfrm>
          <a:prstGeom prst="rect">
            <a:avLst/>
          </a:prstGeom>
          <a:solidFill>
            <a:srgbClr val="6670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00332"/>
            <a:ext cx="8807116" cy="915873"/>
          </a:xfrm>
        </p:spPr>
        <p:txBody>
          <a:bodyPr anchor="b">
            <a:normAutofit/>
          </a:bodyPr>
          <a:lstStyle>
            <a:lvl1pPr algn="l">
              <a:defRPr sz="5500" b="1">
                <a:solidFill>
                  <a:srgbClr val="F5F3EF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878000"/>
            <a:ext cx="144000" cy="19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rgbClr val="F5F3EF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6B8140-1EAC-3A25-8AD4-A7F0710AC8E3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rgbClr val="5F5F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3035DECE-F2FE-437A-6EB8-6EE2351D05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11259" y="6079112"/>
            <a:ext cx="1624421" cy="540976"/>
          </a:xfrm>
          <a:prstGeom prst="rect">
            <a:avLst/>
          </a:prstGeom>
          <a:effectLst>
            <a:outerShdw blurRad="165100" sx="104000" sy="104000" algn="ctr" rotWithShape="0">
              <a:prstClr val="black">
                <a:alpha val="16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36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E1EAD-812A-4236-9F79-679D72C2B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4873" y="6187538"/>
            <a:ext cx="3256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A38A25-0817-41BC-96A5-5012FE15C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28A22-3D06-43EE-BD32-97F90FEA1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AC635-0473-40DB-A82D-46D5F635B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1875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2"/>
                </a:solidFill>
              </a:defRPr>
            </a:lvl1pPr>
          </a:lstStyle>
          <a:p>
            <a:fld id="{7E5F88F2-B164-4B6F-A4D1-FF377EA65B7F}" type="datetime1">
              <a:rPr lang="en-US" smtClean="0"/>
              <a:t>8/13/2025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D12B9-96FA-4883-88FA-2071321A4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49751" y="61875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tx2"/>
                </a:solidFill>
              </a:defRPr>
            </a:lvl1pPr>
          </a:lstStyle>
          <a:p>
            <a:fld id="{95CBEC59-7FF9-4688-98DF-89832A0C90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978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97" r:id="rId2"/>
    <p:sldLayoutId id="2147483694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ropbox.com/scl/fo/d9knkk2h4cis77l1p1ha9/ABMn2XuJXlpGrn_1UQ8FV9U?rlkey=2p6egyzy1xl8r6fsb6sls4sjc&amp;st=ab32ek5w&amp;dl=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.dropbox.com/scl/fo/7uod1f88u4sgxi8882hcy/ADkwN2mv-Dp-IO0D_Bw02Hg?rlkey=kyuczu0htuv0p3re8xm0d5646&amp;st=xadabib3&amp;dl=0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ropbox.com/scl/fo/r4m2hbrm6d11xptp9lbla/ALrHnNnqwhXsDCqgL9do6p8?rlkey=frbnmvxcn3z3dj8qnk5i6tkcg&amp;st=e584q6q4&amp;dl=0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FA173-4917-43E5-B91C-3914C1A8D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60" y="1974390"/>
            <a:ext cx="4724424" cy="2624740"/>
          </a:xfrm>
        </p:spPr>
        <p:txBody>
          <a:bodyPr>
            <a:noAutofit/>
          </a:bodyPr>
          <a:lstStyle/>
          <a:p>
            <a:r>
              <a:rPr lang="en-US" sz="6000" dirty="0">
                <a:effectLst>
                  <a:outerShdw blurRad="190500" sx="104000" sy="104000" algn="ctr" rotWithShape="0">
                    <a:prstClr val="black">
                      <a:alpha val="20000"/>
                    </a:prstClr>
                  </a:outerShdw>
                </a:effectLst>
                <a:latin typeface="Source Sans Pro Black" panose="020B0803030403020204" pitchFamily="34" charset="0"/>
                <a:ea typeface="Source Sans Pro Black" panose="020B0803030403020204" pitchFamily="34" charset="0"/>
              </a:rPr>
              <a:t>BRANDING KIT</a:t>
            </a:r>
          </a:p>
        </p:txBody>
      </p:sp>
    </p:spTree>
    <p:extLst>
      <p:ext uri="{BB962C8B-B14F-4D97-AF65-F5344CB8AC3E}">
        <p14:creationId xmlns:p14="http://schemas.microsoft.com/office/powerpoint/2010/main" val="301306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9F3E7-78A6-0F1B-51FA-A8AD8359F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34A4F7-2590-D347-46A7-041343ABBC15}"/>
              </a:ext>
            </a:extLst>
          </p:cNvPr>
          <p:cNvSpPr/>
          <p:nvPr/>
        </p:nvSpPr>
        <p:spPr>
          <a:xfrm>
            <a:off x="3031958" y="5862495"/>
            <a:ext cx="1955131" cy="295964"/>
          </a:xfrm>
          <a:prstGeom prst="roundRect">
            <a:avLst/>
          </a:prstGeom>
          <a:solidFill>
            <a:srgbClr val="667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64A1E-A435-4402-62C9-34C346E9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11A0C-ABB4-576B-31C1-F1938EEA817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68640" y="68742"/>
            <a:ext cx="3993007" cy="49576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5F3EF"/>
                </a:solidFill>
                <a:latin typeface="Source Sans Pro Black"/>
                <a:ea typeface="Source Sans Pro Black"/>
              </a:rPr>
              <a:t>BRANDING GUIDELINES</a:t>
            </a:r>
            <a:endParaRPr lang="en-US" sz="2800" dirty="0">
              <a:solidFill>
                <a:srgbClr val="F5F3EF"/>
              </a:solidFill>
              <a:latin typeface="Source Sans Pro Black" panose="020F0502020204030204" pitchFamily="34" charset="0"/>
              <a:ea typeface="Source Sans Pro Black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C3ED3B9-9F61-7BA9-ECD9-043F1FEC0469}"/>
              </a:ext>
            </a:extLst>
          </p:cNvPr>
          <p:cNvCxnSpPr>
            <a:cxnSpLocks/>
          </p:cNvCxnSpPr>
          <p:nvPr/>
        </p:nvCxnSpPr>
        <p:spPr>
          <a:xfrm>
            <a:off x="8827768" y="5087625"/>
            <a:ext cx="0" cy="577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E387DEF-BA6A-72C2-CFE4-0FFFFC95713F}"/>
              </a:ext>
            </a:extLst>
          </p:cNvPr>
          <p:cNvCxnSpPr>
            <a:cxnSpLocks/>
          </p:cNvCxnSpPr>
          <p:nvPr/>
        </p:nvCxnSpPr>
        <p:spPr>
          <a:xfrm>
            <a:off x="10862943" y="4992375"/>
            <a:ext cx="9525" cy="2194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FC23F6D-A85E-51D8-6DC0-F7D2174A564A}"/>
              </a:ext>
            </a:extLst>
          </p:cNvPr>
          <p:cNvSpPr/>
          <p:nvPr/>
        </p:nvSpPr>
        <p:spPr>
          <a:xfrm>
            <a:off x="1496906" y="1916854"/>
            <a:ext cx="2770293" cy="860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5B8B85B-F52A-2950-3DD1-B6ED464FC4CE}"/>
              </a:ext>
            </a:extLst>
          </p:cNvPr>
          <p:cNvSpPr/>
          <p:nvPr/>
        </p:nvSpPr>
        <p:spPr>
          <a:xfrm>
            <a:off x="8783519" y="1745298"/>
            <a:ext cx="1070189" cy="1144693"/>
          </a:xfrm>
          <a:prstGeom prst="roundRect">
            <a:avLst/>
          </a:prstGeom>
          <a:solidFill>
            <a:srgbClr val="667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C26D170-DAF6-536A-FB6A-819F7763388D}"/>
              </a:ext>
            </a:extLst>
          </p:cNvPr>
          <p:cNvSpPr/>
          <p:nvPr/>
        </p:nvSpPr>
        <p:spPr>
          <a:xfrm>
            <a:off x="10124642" y="1745299"/>
            <a:ext cx="1070189" cy="1144693"/>
          </a:xfrm>
          <a:prstGeom prst="roundRect">
            <a:avLst/>
          </a:prstGeom>
          <a:solidFill>
            <a:srgbClr val="F5F3E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03F2166-96FD-239A-F08F-2358308E683F}"/>
              </a:ext>
            </a:extLst>
          </p:cNvPr>
          <p:cNvSpPr/>
          <p:nvPr/>
        </p:nvSpPr>
        <p:spPr>
          <a:xfrm>
            <a:off x="8248424" y="4071205"/>
            <a:ext cx="1070189" cy="1144693"/>
          </a:xfrm>
          <a:prstGeom prst="roundRect">
            <a:avLst/>
          </a:prstGeom>
          <a:solidFill>
            <a:srgbClr val="9BA8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9DFC780-8D2A-96C5-9958-22B74AF4FB8B}"/>
              </a:ext>
            </a:extLst>
          </p:cNvPr>
          <p:cNvSpPr/>
          <p:nvPr/>
        </p:nvSpPr>
        <p:spPr>
          <a:xfrm>
            <a:off x="9520544" y="4071205"/>
            <a:ext cx="1070189" cy="1144693"/>
          </a:xfrm>
          <a:prstGeom prst="roundRect">
            <a:avLst/>
          </a:prstGeom>
          <a:solidFill>
            <a:srgbClr val="8DB6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0ADCA5C-996E-6775-D292-4D5DCECEBEDA}"/>
              </a:ext>
            </a:extLst>
          </p:cNvPr>
          <p:cNvSpPr/>
          <p:nvPr/>
        </p:nvSpPr>
        <p:spPr>
          <a:xfrm>
            <a:off x="10818692" y="4071205"/>
            <a:ext cx="1070189" cy="1144693"/>
          </a:xfrm>
          <a:prstGeom prst="roundRect">
            <a:avLst/>
          </a:prstGeom>
          <a:solidFill>
            <a:srgbClr val="6058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380AFB-1D88-9FD6-D0B8-6D1BCA233793}"/>
              </a:ext>
            </a:extLst>
          </p:cNvPr>
          <p:cNvSpPr txBox="1"/>
          <p:nvPr/>
        </p:nvSpPr>
        <p:spPr>
          <a:xfrm>
            <a:off x="8932681" y="750594"/>
            <a:ext cx="2383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Primary Color Palette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54AE23-6FD6-3320-CECB-14FB8BA500D9}"/>
              </a:ext>
            </a:extLst>
          </p:cNvPr>
          <p:cNvSpPr txBox="1"/>
          <p:nvPr/>
        </p:nvSpPr>
        <p:spPr>
          <a:xfrm>
            <a:off x="8802287" y="2861058"/>
            <a:ext cx="10326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Moss Stone</a:t>
            </a:r>
          </a:p>
          <a:p>
            <a:pPr algn="ctr"/>
            <a:r>
              <a:rPr lang="en-US" sz="1400" dirty="0"/>
              <a:t>#667066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81AF76-E906-CB67-E2ED-5E76AF32A220}"/>
              </a:ext>
            </a:extLst>
          </p:cNvPr>
          <p:cNvSpPr txBox="1"/>
          <p:nvPr/>
        </p:nvSpPr>
        <p:spPr>
          <a:xfrm>
            <a:off x="10232633" y="2861058"/>
            <a:ext cx="8867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Soft Ivory</a:t>
            </a:r>
          </a:p>
          <a:p>
            <a:pPr algn="ctr"/>
            <a:r>
              <a:rPr lang="en-US" sz="1400" dirty="0"/>
              <a:t>#F5F3EF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F81A3B-35DA-C7F4-13B1-9C0740A86D0D}"/>
              </a:ext>
            </a:extLst>
          </p:cNvPr>
          <p:cNvSpPr txBox="1"/>
          <p:nvPr/>
        </p:nvSpPr>
        <p:spPr>
          <a:xfrm>
            <a:off x="9049881" y="1276350"/>
            <a:ext cx="2011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+mj-lt"/>
              </a:rPr>
              <a:t>BACKGROUNDS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1A4D14-613E-2AE2-F912-7B970926323B}"/>
              </a:ext>
            </a:extLst>
          </p:cNvPr>
          <p:cNvSpPr txBox="1"/>
          <p:nvPr/>
        </p:nvSpPr>
        <p:spPr>
          <a:xfrm>
            <a:off x="9057909" y="3636418"/>
            <a:ext cx="1791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+mj-lt"/>
              </a:rPr>
              <a:t>TYPOGRAPHY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BB214C-98D3-D73B-4D33-1F77C70D2D44}"/>
              </a:ext>
            </a:extLst>
          </p:cNvPr>
          <p:cNvSpPr txBox="1"/>
          <p:nvPr/>
        </p:nvSpPr>
        <p:spPr>
          <a:xfrm>
            <a:off x="8343668" y="5211915"/>
            <a:ext cx="917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Sage Mist</a:t>
            </a:r>
          </a:p>
          <a:p>
            <a:pPr algn="ctr"/>
            <a:r>
              <a:rPr lang="en-US" sz="1400" dirty="0"/>
              <a:t>#9BA892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1339FF-B2FE-C8D7-88EF-D3B8C888B5DC}"/>
              </a:ext>
            </a:extLst>
          </p:cNvPr>
          <p:cNvSpPr txBox="1"/>
          <p:nvPr/>
        </p:nvSpPr>
        <p:spPr>
          <a:xfrm>
            <a:off x="9528819" y="5215897"/>
            <a:ext cx="11224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Harbor Blue*</a:t>
            </a:r>
          </a:p>
          <a:p>
            <a:pPr algn="ctr"/>
            <a:r>
              <a:rPr lang="en-US" sz="1400" dirty="0"/>
              <a:t>#8D86DF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3D6C37-AAC3-DF11-20D3-23DE160BFA43}"/>
              </a:ext>
            </a:extLst>
          </p:cNvPr>
          <p:cNvSpPr txBox="1"/>
          <p:nvPr/>
        </p:nvSpPr>
        <p:spPr>
          <a:xfrm>
            <a:off x="10711575" y="5196948"/>
            <a:ext cx="1334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Muted Espresso</a:t>
            </a:r>
          </a:p>
          <a:p>
            <a:pPr algn="ctr"/>
            <a:r>
              <a:rPr lang="en-US" sz="1400" dirty="0"/>
              <a:t>#60584F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25B314-F9A8-9404-B70C-E4D0FC6CEAD2}"/>
              </a:ext>
            </a:extLst>
          </p:cNvPr>
          <p:cNvSpPr txBox="1"/>
          <p:nvPr/>
        </p:nvSpPr>
        <p:spPr>
          <a:xfrm>
            <a:off x="8851589" y="5862495"/>
            <a:ext cx="24080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u="none" strike="noStrike" baseline="0" dirty="0">
                <a:solidFill>
                  <a:srgbClr val="000000"/>
                </a:solidFill>
                <a:latin typeface="Source Sans Pro" panose="020B0503030403020204" pitchFamily="34" charset="0"/>
              </a:rPr>
              <a:t>*Use case only for accents with DM Sans</a:t>
            </a:r>
            <a:endParaRPr lang="en-US" sz="1050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491C290-FB28-FCD9-F199-2046B44E5263}"/>
              </a:ext>
            </a:extLst>
          </p:cNvPr>
          <p:cNvSpPr/>
          <p:nvPr/>
        </p:nvSpPr>
        <p:spPr>
          <a:xfrm>
            <a:off x="7924802" y="706706"/>
            <a:ext cx="4120919" cy="5480831"/>
          </a:xfrm>
          <a:prstGeom prst="roundRect">
            <a:avLst>
              <a:gd name="adj" fmla="val 549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B4C0E1F-A8EB-283E-53B9-A0D911CE2117}"/>
              </a:ext>
            </a:extLst>
          </p:cNvPr>
          <p:cNvSpPr txBox="1"/>
          <p:nvPr/>
        </p:nvSpPr>
        <p:spPr>
          <a:xfrm>
            <a:off x="1760608" y="699541"/>
            <a:ext cx="44953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Primary Font</a:t>
            </a:r>
          </a:p>
          <a:p>
            <a:pPr algn="ctr"/>
            <a:r>
              <a:rPr lang="en-US" sz="3600" dirty="0"/>
              <a:t>“</a:t>
            </a:r>
            <a:r>
              <a:rPr lang="en-US" sz="3600" dirty="0">
                <a:latin typeface="Kiona" panose="00000500000000000000" pitchFamily="2" charset="0"/>
              </a:rPr>
              <a:t>Kiona</a:t>
            </a:r>
            <a:r>
              <a:rPr lang="en-US" sz="3600" dirty="0"/>
              <a:t>”</a:t>
            </a:r>
          </a:p>
          <a:p>
            <a:pPr algn="ctr"/>
            <a:r>
              <a:rPr lang="en-US" sz="1600" dirty="0"/>
              <a:t>Letter Spacing: 160 | Line Spacing: 1.4</a:t>
            </a:r>
          </a:p>
          <a:p>
            <a:pPr algn="ctr"/>
            <a:r>
              <a:rPr lang="en-US" sz="1600" dirty="0"/>
              <a:t>Use Cases: Titles, Heading 1 Text, Brand Logo, CTAs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98B129C-0301-1783-CA88-1E13721BBA39}"/>
              </a:ext>
            </a:extLst>
          </p:cNvPr>
          <p:cNvSpPr txBox="1"/>
          <p:nvPr/>
        </p:nvSpPr>
        <p:spPr>
          <a:xfrm>
            <a:off x="863937" y="2225661"/>
            <a:ext cx="629526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Secondary Font</a:t>
            </a:r>
          </a:p>
          <a:p>
            <a:pPr algn="ctr"/>
            <a:r>
              <a:rPr lang="en-US" sz="3600" dirty="0"/>
              <a:t>“</a:t>
            </a:r>
            <a:r>
              <a:rPr lang="en-US" sz="3600" dirty="0">
                <a:latin typeface="Gilroy" panose="00000800000000000000" pitchFamily="2" charset="0"/>
              </a:rPr>
              <a:t>GILROY</a:t>
            </a:r>
            <a:r>
              <a:rPr lang="en-US" sz="3600" dirty="0"/>
              <a:t>”</a:t>
            </a:r>
          </a:p>
          <a:p>
            <a:pPr algn="ctr"/>
            <a:r>
              <a:rPr lang="en-US" sz="1600" dirty="0"/>
              <a:t>Letter Spacing: 155-160 | Line Spacing: 1.4</a:t>
            </a:r>
          </a:p>
          <a:p>
            <a:pPr algn="ctr"/>
            <a:r>
              <a:rPr lang="en-US" sz="1600" dirty="0"/>
              <a:t>Use Cases: Paragraph Text, Heading 2-4 Text, Secondary Branding Language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3197D1D-33F2-8ABA-237F-1FA616F76A25}"/>
              </a:ext>
            </a:extLst>
          </p:cNvPr>
          <p:cNvSpPr txBox="1"/>
          <p:nvPr/>
        </p:nvSpPr>
        <p:spPr>
          <a:xfrm>
            <a:off x="631002" y="4027397"/>
            <a:ext cx="675454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Accent Font</a:t>
            </a:r>
          </a:p>
          <a:p>
            <a:pPr algn="ctr"/>
            <a:r>
              <a:rPr lang="en-US" sz="3600" dirty="0"/>
              <a:t>“</a:t>
            </a:r>
            <a:r>
              <a:rPr lang="en-US" sz="3600" dirty="0">
                <a:latin typeface="DM Sans" pitchFamily="2" charset="0"/>
              </a:rPr>
              <a:t>DM SANS</a:t>
            </a:r>
            <a:r>
              <a:rPr lang="en-US" sz="3600" dirty="0"/>
              <a:t>”</a:t>
            </a:r>
          </a:p>
          <a:p>
            <a:pPr algn="ctr"/>
            <a:r>
              <a:rPr lang="en-US" sz="1600" dirty="0"/>
              <a:t>Letter Spacing: 0 | Line Spacing: 1.4</a:t>
            </a:r>
          </a:p>
          <a:p>
            <a:pPr algn="ctr"/>
            <a:r>
              <a:rPr lang="en-US" sz="1600" dirty="0"/>
              <a:t>Use Cases: In-Paragraph CTAs, Underscoring, To-be-used Sparingly for Essentials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949C7E-5CA3-2ACD-7137-3125293C4311}"/>
              </a:ext>
            </a:extLst>
          </p:cNvPr>
          <p:cNvSpPr txBox="1"/>
          <p:nvPr/>
        </p:nvSpPr>
        <p:spPr>
          <a:xfrm>
            <a:off x="2973511" y="5808634"/>
            <a:ext cx="208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Download Font Pack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78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528EF-F40F-E23C-D6FD-43C6F7675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4563F-8E0C-F3C1-A6EA-EC0EC2BC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E9F24-2519-B5D5-F020-C979DF8E2D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486214" y="68742"/>
            <a:ext cx="1675433" cy="49576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5F3EF"/>
                </a:solidFill>
                <a:latin typeface="Source Sans Pro Black"/>
                <a:ea typeface="Source Sans Pro Black"/>
              </a:rPr>
              <a:t>LOGOS</a:t>
            </a:r>
            <a:endParaRPr lang="en-US" sz="2800" dirty="0">
              <a:solidFill>
                <a:srgbClr val="F5F3EF"/>
              </a:solidFill>
              <a:latin typeface="Source Sans Pro Black" panose="020F0502020204030204" pitchFamily="34" charset="0"/>
              <a:ea typeface="Source Sans Pro Black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500AE09-288D-08B7-869D-8F9B9039AC4F}"/>
              </a:ext>
            </a:extLst>
          </p:cNvPr>
          <p:cNvCxnSpPr>
            <a:cxnSpLocks/>
          </p:cNvCxnSpPr>
          <p:nvPr/>
        </p:nvCxnSpPr>
        <p:spPr>
          <a:xfrm>
            <a:off x="8827768" y="5087625"/>
            <a:ext cx="0" cy="577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3FDEDEE-F34C-77F6-88B4-C049002B2A07}"/>
              </a:ext>
            </a:extLst>
          </p:cNvPr>
          <p:cNvCxnSpPr>
            <a:cxnSpLocks/>
          </p:cNvCxnSpPr>
          <p:nvPr/>
        </p:nvCxnSpPr>
        <p:spPr>
          <a:xfrm>
            <a:off x="10862943" y="4992375"/>
            <a:ext cx="9525" cy="2194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B08F2E1-D6E0-BE01-DA50-7280BE32D19F}"/>
              </a:ext>
            </a:extLst>
          </p:cNvPr>
          <p:cNvSpPr/>
          <p:nvPr/>
        </p:nvSpPr>
        <p:spPr>
          <a:xfrm>
            <a:off x="1496906" y="1916854"/>
            <a:ext cx="2770293" cy="860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6BC06DE-2015-27D0-4898-4E093956F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655" y="828056"/>
            <a:ext cx="1808289" cy="212836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89AED5E-B532-AFF3-4742-91817839AE49}"/>
              </a:ext>
            </a:extLst>
          </p:cNvPr>
          <p:cNvSpPr/>
          <p:nvPr/>
        </p:nvSpPr>
        <p:spPr>
          <a:xfrm>
            <a:off x="7435516" y="3317429"/>
            <a:ext cx="4535905" cy="1588169"/>
          </a:xfrm>
          <a:prstGeom prst="rect">
            <a:avLst/>
          </a:prstGeom>
          <a:solidFill>
            <a:srgbClr val="667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C832371A-9274-6ED6-883C-6AFBD95FF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243" y="3431406"/>
            <a:ext cx="4023607" cy="1339970"/>
          </a:xfrm>
          <a:prstGeom prst="rect">
            <a:avLst/>
          </a:prstGeom>
        </p:spPr>
      </p:pic>
      <p:pic>
        <p:nvPicPr>
          <p:cNvPr id="13" name="Picture 12" descr="A black background with grey letters&#10;&#10;AI-generated content may be incorrect.">
            <a:extLst>
              <a:ext uri="{FF2B5EF4-FFF2-40B4-BE49-F238E27FC236}">
                <a16:creationId xmlns:a16="http://schemas.microsoft.com/office/drawing/2014/main" id="{54A21648-7419-BF8B-E190-88556F5AA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72" y="1058948"/>
            <a:ext cx="5780876" cy="1818059"/>
          </a:xfrm>
          <a:prstGeom prst="rect">
            <a:avLst/>
          </a:prstGeom>
        </p:spPr>
      </p:pic>
      <p:pic>
        <p:nvPicPr>
          <p:cNvPr id="17" name="Picture 16" descr="A grey and black logo&#10;&#10;AI-generated content may be incorrect.">
            <a:extLst>
              <a:ext uri="{FF2B5EF4-FFF2-40B4-BE49-F238E27FC236}">
                <a16:creationId xmlns:a16="http://schemas.microsoft.com/office/drawing/2014/main" id="{9DF24799-B8F1-CE03-4B06-02D57312B1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4334" y="821268"/>
            <a:ext cx="1958617" cy="1855191"/>
          </a:xfrm>
          <a:prstGeom prst="rect">
            <a:avLst/>
          </a:prstGeom>
        </p:spPr>
      </p:pic>
      <p:pic>
        <p:nvPicPr>
          <p:cNvPr id="19" name="Picture 18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F4856D37-9B36-4EB1-4214-922071E563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51" y="3599936"/>
            <a:ext cx="5550817" cy="174810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02FD3A-BFEC-56F0-1E0A-0EB23363D151}"/>
              </a:ext>
            </a:extLst>
          </p:cNvPr>
          <p:cNvSpPr/>
          <p:nvPr/>
        </p:nvSpPr>
        <p:spPr>
          <a:xfrm>
            <a:off x="5207865" y="5742179"/>
            <a:ext cx="1955131" cy="295964"/>
          </a:xfrm>
          <a:prstGeom prst="roundRect">
            <a:avLst/>
          </a:prstGeom>
          <a:solidFill>
            <a:srgbClr val="667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0E3C3D-6C0D-9636-1708-B3632EF2D8B5}"/>
              </a:ext>
            </a:extLst>
          </p:cNvPr>
          <p:cNvSpPr txBox="1"/>
          <p:nvPr/>
        </p:nvSpPr>
        <p:spPr>
          <a:xfrm>
            <a:off x="5144600" y="5705495"/>
            <a:ext cx="2110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7"/>
              </a:rPr>
              <a:t>Download Logo Pack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8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7DD6-2F1B-9F3C-9BC5-753CB49C7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98E0E-6B0E-1310-DA3B-83E9826E0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BEC59-7FF9-4688-98DF-89832A0C902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F8DC2-0CB0-87CE-581B-50B251FB36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11078" y="68742"/>
            <a:ext cx="3750570" cy="495768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srgbClr val="F5F3EF"/>
                </a:solidFill>
                <a:latin typeface="Source Sans Pro Black"/>
                <a:ea typeface="Source Sans Pro Black"/>
              </a:rPr>
              <a:t>PowerPoint Templates</a:t>
            </a:r>
            <a:endParaRPr lang="en-US" sz="2800" dirty="0">
              <a:solidFill>
                <a:srgbClr val="F5F3EF"/>
              </a:solidFill>
              <a:latin typeface="Source Sans Pro Black" panose="020F0502020204030204" pitchFamily="34" charset="0"/>
              <a:ea typeface="Source Sans Pro Black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34EEC4B-8304-CEA7-B2AA-952FB2FED20B}"/>
              </a:ext>
            </a:extLst>
          </p:cNvPr>
          <p:cNvCxnSpPr>
            <a:cxnSpLocks/>
          </p:cNvCxnSpPr>
          <p:nvPr/>
        </p:nvCxnSpPr>
        <p:spPr>
          <a:xfrm>
            <a:off x="8827768" y="5087625"/>
            <a:ext cx="0" cy="577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6A826C4-D6DE-86EE-8E4D-FD3845B11709}"/>
              </a:ext>
            </a:extLst>
          </p:cNvPr>
          <p:cNvCxnSpPr>
            <a:cxnSpLocks/>
          </p:cNvCxnSpPr>
          <p:nvPr/>
        </p:nvCxnSpPr>
        <p:spPr>
          <a:xfrm>
            <a:off x="10862943" y="4992375"/>
            <a:ext cx="9525" cy="2194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BCAF86D-B783-E82D-C61D-4ED726D4FADC}"/>
              </a:ext>
            </a:extLst>
          </p:cNvPr>
          <p:cNvSpPr/>
          <p:nvPr/>
        </p:nvSpPr>
        <p:spPr>
          <a:xfrm>
            <a:off x="1496906" y="1916854"/>
            <a:ext cx="2770293" cy="860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A472D2-C26F-A8E7-7016-34D8D3C48922}"/>
              </a:ext>
            </a:extLst>
          </p:cNvPr>
          <p:cNvSpPr/>
          <p:nvPr/>
        </p:nvSpPr>
        <p:spPr>
          <a:xfrm>
            <a:off x="4497036" y="3119966"/>
            <a:ext cx="3178146" cy="295964"/>
          </a:xfrm>
          <a:prstGeom prst="roundRect">
            <a:avLst/>
          </a:prstGeom>
          <a:solidFill>
            <a:srgbClr val="667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41666B-30FC-0E57-B68C-87C5C57E37F1}"/>
              </a:ext>
            </a:extLst>
          </p:cNvPr>
          <p:cNvSpPr txBox="1"/>
          <p:nvPr/>
        </p:nvSpPr>
        <p:spPr>
          <a:xfrm>
            <a:off x="4497036" y="3059668"/>
            <a:ext cx="319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Download PowerPoint Templates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EE127D-D508-6AD0-7222-9E42C7420B88}"/>
              </a:ext>
            </a:extLst>
          </p:cNvPr>
          <p:cNvSpPr txBox="1"/>
          <p:nvPr/>
        </p:nvSpPr>
        <p:spPr>
          <a:xfrm>
            <a:off x="3970421" y="2407735"/>
            <a:ext cx="4121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Available in Standard Wide and Letterhead</a:t>
            </a:r>
          </a:p>
        </p:txBody>
      </p:sp>
    </p:spTree>
    <p:extLst>
      <p:ext uri="{BB962C8B-B14F-4D97-AF65-F5344CB8AC3E}">
        <p14:creationId xmlns:p14="http://schemas.microsoft.com/office/powerpoint/2010/main" val="327104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482A9-7AD2-69F7-994E-4962D4D6FC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2467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ELT">
      <a:dk1>
        <a:sysClr val="windowText" lastClr="000000"/>
      </a:dk1>
      <a:lt1>
        <a:sysClr val="window" lastClr="FFFFFF"/>
      </a:lt1>
      <a:dk2>
        <a:srgbClr val="FFCD6B"/>
      </a:dk2>
      <a:lt2>
        <a:srgbClr val="BE005A"/>
      </a:lt2>
      <a:accent1>
        <a:srgbClr val="3B2CAC"/>
      </a:accent1>
      <a:accent2>
        <a:srgbClr val="0062FF"/>
      </a:accent2>
      <a:accent3>
        <a:srgbClr val="007A00"/>
      </a:accent3>
      <a:accent4>
        <a:srgbClr val="DE6600"/>
      </a:accent4>
      <a:accent5>
        <a:srgbClr val="AC0037"/>
      </a:accent5>
      <a:accent6>
        <a:srgbClr val="FFFF00"/>
      </a:accent6>
      <a:hlink>
        <a:srgbClr val="FFFFFF"/>
      </a:hlink>
      <a:folHlink>
        <a:srgbClr val="FFFFFF"/>
      </a:folHlink>
    </a:clrScheme>
    <a:fontScheme name="Custom 2">
      <a:majorFont>
        <a:latin typeface="Avenir Next LT Pro"/>
        <a:ea typeface=""/>
        <a:cs typeface=""/>
      </a:majorFont>
      <a:minorFont>
        <a:latin typeface="Speak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AFD3C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LT_Template_ModernBoldSophisticated_MO -v5" id="{DF46818F-9661-49C4-BAE8-F3223317B502}" vid="{463BCE77-CCA7-43EE-ABCB-1B1D536A66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04F5DC0-7B0F-411B-A0C5-A1B1D5EB33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17F9CC6-F7CA-41EA-81DA-97EFF19429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42AFFF-C96F-4C05-9045-3240A5329ECA}">
  <ds:schemaRefs>
    <ds:schemaRef ds:uri="http://schemas.microsoft.com/office/2006/documentManagement/types"/>
    <ds:schemaRef ds:uri="16c05727-aa75-4e4a-9b5f-8a80a1165891"/>
    <ds:schemaRef ds:uri="71af3243-3dd4-4a8d-8c0d-dd76da1f02a5"/>
    <ds:schemaRef ds:uri="http://purl.org/dc/terms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bold sophisticated presentation</Template>
  <TotalTime>33532</TotalTime>
  <Words>144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DM Sans</vt:lpstr>
      <vt:lpstr>Gilroy</vt:lpstr>
      <vt:lpstr>Speak Pro</vt:lpstr>
      <vt:lpstr>Avenir Next LT Pro</vt:lpstr>
      <vt:lpstr>Source Sans Pro Black</vt:lpstr>
      <vt:lpstr>Calibri</vt:lpstr>
      <vt:lpstr>Kiona</vt:lpstr>
      <vt:lpstr>Source Sans Pro</vt:lpstr>
      <vt:lpstr>Arial</vt:lpstr>
      <vt:lpstr>Office Theme</vt:lpstr>
      <vt:lpstr>BRANDING KIT</vt:lpstr>
      <vt:lpstr>BRANDING GUIDELINES</vt:lpstr>
      <vt:lpstr>LOGOS</vt:lpstr>
      <vt:lpstr>PowerPoint Templates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Chi</dc:creator>
  <cp:lastModifiedBy>Michael Chi</cp:lastModifiedBy>
  <cp:revision>340</cp:revision>
  <dcterms:created xsi:type="dcterms:W3CDTF">2025-01-17T02:18:27Z</dcterms:created>
  <dcterms:modified xsi:type="dcterms:W3CDTF">2025-08-13T21:56:03Z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